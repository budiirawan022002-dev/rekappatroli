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78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 descr="\\DROBO-FS\QuickDrops\JB\PPTX NG\Droplets\LightingOverlay.png"/>
          <p:cNvPicPr preferRelativeResize="0"/>
          <p:nvPr/>
        </p:nvPicPr>
        <p:blipFill rotWithShape="1">
          <a:blip r:embed="rId2">
            <a:alphaModFix amt="30000"/>
          </a:blip>
          <a:srcRect/>
          <a:stretch/>
        </p:blipFill>
        <p:spPr>
          <a:xfrm>
            <a:off x="1" y="-1"/>
            <a:ext cx="9144002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2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</p:grpSpPr>
        <p:sp>
          <p:nvSpPr>
            <p:cNvPr id="55" name="Google Shape;55;p2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l" t="t" r="r" b="b"/>
              <a:pathLst>
                <a:path w="96" h="572" extrusionOk="0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l" t="t" r="r" b="b"/>
              <a:pathLst>
                <a:path w="237" h="1135" extrusionOk="0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l" t="t" r="r" b="b"/>
              <a:pathLst>
                <a:path w="234" h="898" extrusionOk="0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l" t="t" r="r" b="b"/>
              <a:pathLst>
                <a:path w="96" h="575" extrusionOk="0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l" t="t" r="r" b="b"/>
              <a:pathLst>
                <a:path w="264" h="329" extrusionOk="0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l" t="t" r="r" b="b"/>
              <a:pathLst>
                <a:path w="34" h="31" extrusionOk="0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l" t="t" r="r" b="b"/>
              <a:pathLst>
                <a:path w="96" h="572" extrusionOk="0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l" t="t" r="r" b="b"/>
              <a:pathLst>
                <a:path w="213" h="766" extrusionOk="0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l" t="t" r="r" b="b"/>
              <a:pathLst>
                <a:path w="84" h="168" extrusionOk="0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l" t="t" r="r" b="b"/>
              <a:pathLst>
                <a:path w="84" h="170" extrusionOk="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l" t="t" r="r" b="b"/>
              <a:pathLst>
                <a:path w="195" h="982" extrusionOk="0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l" t="t" r="r" b="b"/>
              <a:pathLst>
                <a:path w="192" h="1120" extrusionOk="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l" t="t" r="r" b="b"/>
              <a:pathLst>
                <a:path w="120" h="291" extrusionOk="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l" t="t" r="r" b="b"/>
              <a:pathLst>
                <a:path w="135" h="476" extrusionOk="0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l" t="t" r="r" b="b"/>
              <a:pathLst>
                <a:path w="402" h="2536" extrusionOk="0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l" t="t" r="r" b="b"/>
              <a:pathLst>
                <a:path w="90" h="300" extrusionOk="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l" t="t" r="r" b="b"/>
              <a:pathLst>
                <a:path w="90" h="299" extrusionOk="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l" t="t" r="r" b="b"/>
              <a:pathLst>
                <a:path w="72" h="285" extrusionOk="0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l" t="t" r="r" b="b"/>
              <a:pathLst>
                <a:path w="234" h="1135" extrusionOk="0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l" t="t" r="r" b="b"/>
              <a:pathLst>
                <a:path w="219" h="1802" extrusionOk="0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l" t="t" r="r" b="b"/>
              <a:pathLst>
                <a:path w="234" h="898" extrusionOk="0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l" t="t" r="r" b="b"/>
              <a:pathLst>
                <a:path w="96" h="575" extrusionOk="0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l" t="t" r="r" b="b"/>
              <a:pathLst>
                <a:path w="264" h="332" extrusionOk="0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l" t="t" r="r" b="b"/>
              <a:pathLst>
                <a:path w="33" h="31" extrusionOk="0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l" t="t" r="r" b="b"/>
              <a:pathLst>
                <a:path w="147" h="3215" extrusionOk="0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7C7C7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09" name="Google Shape;109;p2"/>
          <p:cNvSpPr txBox="1"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"/>
          <p:cNvSpPr txBox="1"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875"/>
              <a:buNone/>
              <a:defRPr sz="15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/>
            </a:lvl3pPr>
            <a:lvl4pPr lvl="3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9pPr>
          </a:lstStyle>
          <a:p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dt" idx="10"/>
          </p:nvPr>
        </p:nvSpPr>
        <p:spPr>
          <a:xfrm>
            <a:off x="5308133" y="405765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"/>
          <p:cNvSpPr txBox="1">
            <a:spLocks noGrp="1"/>
          </p:cNvSpPr>
          <p:nvPr>
            <p:ph type="ftr" idx="11"/>
          </p:nvPr>
        </p:nvSpPr>
        <p:spPr>
          <a:xfrm>
            <a:off x="1407318" y="4057651"/>
            <a:ext cx="3843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sldNum" idx="12"/>
          </p:nvPr>
        </p:nvSpPr>
        <p:spPr>
          <a:xfrm>
            <a:off x="7422684" y="4057650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"/>
          <p:cNvSpPr txBox="1"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3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4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856058" y="1687114"/>
            <a:ext cx="3658792" cy="26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body" idx="2"/>
          </p:nvPr>
        </p:nvSpPr>
        <p:spPr>
          <a:xfrm>
            <a:off x="4629151" y="1687114"/>
            <a:ext cx="3656408" cy="26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5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 b="1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9pPr>
          </a:lstStyle>
          <a:p>
            <a:endParaRPr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2"/>
          </p:nvPr>
        </p:nvSpPr>
        <p:spPr>
          <a:xfrm>
            <a:off x="856058" y="2305048"/>
            <a:ext cx="3658793" cy="203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6"/>
          <p:cNvSpPr txBox="1">
            <a:spLocks noGrp="1"/>
          </p:cNvSpPr>
          <p:nvPr>
            <p:ph type="body" idx="3"/>
          </p:nvPr>
        </p:nvSpPr>
        <p:spPr>
          <a:xfrm>
            <a:off x="4800606" y="1687114"/>
            <a:ext cx="3484952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 b="1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9pPr>
          </a:lstStyle>
          <a:p>
            <a:endParaRPr/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4"/>
          </p:nvPr>
        </p:nvSpPr>
        <p:spPr>
          <a:xfrm>
            <a:off x="4629150" y="2305048"/>
            <a:ext cx="3656408" cy="203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6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6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6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7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7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7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8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8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body" idx="1"/>
          </p:nvPr>
        </p:nvSpPr>
        <p:spPr>
          <a:xfrm>
            <a:off x="3867150" y="444499"/>
            <a:ext cx="4418407" cy="389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9"/>
          <p:cNvSpPr txBox="1">
            <a:spLocks noGrp="1"/>
          </p:cNvSpPr>
          <p:nvPr>
            <p:ph type="body" idx="2"/>
          </p:nvPr>
        </p:nvSpPr>
        <p:spPr>
          <a:xfrm>
            <a:off x="860029" y="1687114"/>
            <a:ext cx="2892028" cy="26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0"/>
          <p:cNvSpPr>
            <a:spLocks noGrp="1"/>
          </p:cNvSpPr>
          <p:nvPr>
            <p:ph type="pic" idx="2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FAFAFA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61" name="Google Shape;161;p10"/>
          <p:cNvSpPr txBox="1">
            <a:spLocks noGrp="1"/>
          </p:cNvSpPr>
          <p:nvPr>
            <p:ph type="body" idx="1"/>
          </p:nvPr>
        </p:nvSpPr>
        <p:spPr>
          <a:xfrm>
            <a:off x="856058" y="1687114"/>
            <a:ext cx="4450883" cy="26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>
            <a:endParaRPr/>
          </a:p>
        </p:txBody>
      </p:sp>
      <p:sp>
        <p:nvSpPr>
          <p:cNvPr id="162" name="Google Shape;162;p10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0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0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1"/>
          <p:cNvSpPr>
            <a:spLocks noGrp="1"/>
          </p:cNvSpPr>
          <p:nvPr>
            <p:ph type="pic" idx="2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FAFAFA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68" name="Google Shape;168;p11"/>
          <p:cNvSpPr txBox="1">
            <a:spLocks noGrp="1"/>
          </p:cNvSpPr>
          <p:nvPr>
            <p:ph type="body" idx="1"/>
          </p:nvPr>
        </p:nvSpPr>
        <p:spPr>
          <a:xfrm>
            <a:off x="856024" y="3843015"/>
            <a:ext cx="7433144" cy="51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>
            <a:endParaRPr/>
          </a:p>
        </p:txBody>
      </p:sp>
      <p:sp>
        <p:nvSpPr>
          <p:cNvPr id="169" name="Google Shape;169;p11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1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1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2"/>
          <p:cNvSpPr txBox="1">
            <a:spLocks noGrp="1"/>
          </p:cNvSpPr>
          <p:nvPr>
            <p:ph type="body" idx="1"/>
          </p:nvPr>
        </p:nvSpPr>
        <p:spPr>
          <a:xfrm>
            <a:off x="856058" y="3314700"/>
            <a:ext cx="7428344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>
            <a:endParaRPr/>
          </a:p>
        </p:txBody>
      </p:sp>
      <p:sp>
        <p:nvSpPr>
          <p:cNvPr id="175" name="Google Shape;175;p12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body" idx="1"/>
          </p:nvPr>
        </p:nvSpPr>
        <p:spPr>
          <a:xfrm>
            <a:off x="1290484" y="2524168"/>
            <a:ext cx="6564224" cy="41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body" idx="2"/>
          </p:nvPr>
        </p:nvSpPr>
        <p:spPr>
          <a:xfrm>
            <a:off x="856058" y="3232439"/>
            <a:ext cx="7429502" cy="111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lang="en-US" sz="6000" b="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lang="en-US" sz="6000" b="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body" idx="1"/>
          </p:nvPr>
        </p:nvSpPr>
        <p:spPr>
          <a:xfrm>
            <a:off x="856023" y="3493241"/>
            <a:ext cx="7428379" cy="855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4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4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5"/>
          <p:cNvSpPr txBox="1"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 b="1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9pPr>
          </a:lstStyle>
          <a:p>
            <a:endParaRPr/>
          </a:p>
        </p:txBody>
      </p:sp>
      <p:sp>
        <p:nvSpPr>
          <p:cNvPr id="196" name="Google Shape;196;p15"/>
          <p:cNvSpPr txBox="1">
            <a:spLocks noGrp="1"/>
          </p:cNvSpPr>
          <p:nvPr>
            <p:ph type="body" idx="2"/>
          </p:nvPr>
        </p:nvSpPr>
        <p:spPr>
          <a:xfrm>
            <a:off x="845939" y="2520197"/>
            <a:ext cx="2406551" cy="1823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>
            <a:endParaRPr/>
          </a:p>
        </p:txBody>
      </p:sp>
      <p:sp>
        <p:nvSpPr>
          <p:cNvPr id="197" name="Google Shape;197;p15"/>
          <p:cNvSpPr txBox="1">
            <a:spLocks noGrp="1"/>
          </p:cNvSpPr>
          <p:nvPr>
            <p:ph type="body" idx="3"/>
          </p:nvPr>
        </p:nvSpPr>
        <p:spPr>
          <a:xfrm>
            <a:off x="3386075" y="2008226"/>
            <a:ext cx="238828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 b="1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body" idx="4"/>
          </p:nvPr>
        </p:nvSpPr>
        <p:spPr>
          <a:xfrm>
            <a:off x="3378160" y="2522576"/>
            <a:ext cx="2396873" cy="1823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body" idx="5"/>
          </p:nvPr>
        </p:nvSpPr>
        <p:spPr>
          <a:xfrm>
            <a:off x="5889332" y="2005847"/>
            <a:ext cx="2396226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 b="1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body" idx="6"/>
          </p:nvPr>
        </p:nvSpPr>
        <p:spPr>
          <a:xfrm>
            <a:off x="5889332" y="2520197"/>
            <a:ext cx="2396226" cy="1823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6"/>
          <p:cNvSpPr txBox="1"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 b="1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9pPr>
          </a:lstStyle>
          <a:p>
            <a:endParaRPr/>
          </a:p>
        </p:txBody>
      </p:sp>
      <p:sp>
        <p:nvSpPr>
          <p:cNvPr id="207" name="Google Shape;207;p16"/>
          <p:cNvSpPr>
            <a:spLocks noGrp="1"/>
          </p:cNvSpPr>
          <p:nvPr>
            <p:ph type="pic" idx="2"/>
          </p:nvPr>
        </p:nvSpPr>
        <p:spPr>
          <a:xfrm>
            <a:off x="856060" y="2000249"/>
            <a:ext cx="2396430" cy="1143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FAFAFA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208" name="Google Shape;208;p16"/>
          <p:cNvSpPr txBox="1">
            <a:spLocks noGrp="1"/>
          </p:cNvSpPr>
          <p:nvPr>
            <p:ph type="body" idx="3"/>
          </p:nvPr>
        </p:nvSpPr>
        <p:spPr>
          <a:xfrm>
            <a:off x="856060" y="3735644"/>
            <a:ext cx="2396430" cy="61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body" idx="4"/>
          </p:nvPr>
        </p:nvSpPr>
        <p:spPr>
          <a:xfrm>
            <a:off x="3366790" y="3303447"/>
            <a:ext cx="2400300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 b="1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9pPr>
          </a:lstStyle>
          <a:p>
            <a:endParaRPr/>
          </a:p>
        </p:txBody>
      </p:sp>
      <p:sp>
        <p:nvSpPr>
          <p:cNvPr id="210" name="Google Shape;210;p16"/>
          <p:cNvSpPr>
            <a:spLocks noGrp="1"/>
          </p:cNvSpPr>
          <p:nvPr>
            <p:ph type="pic" idx="5"/>
          </p:nvPr>
        </p:nvSpPr>
        <p:spPr>
          <a:xfrm>
            <a:off x="3366790" y="2000249"/>
            <a:ext cx="2399205" cy="1143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FAFAFA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211" name="Google Shape;211;p16"/>
          <p:cNvSpPr txBox="1">
            <a:spLocks noGrp="1"/>
          </p:cNvSpPr>
          <p:nvPr>
            <p:ph type="body" idx="6"/>
          </p:nvPr>
        </p:nvSpPr>
        <p:spPr>
          <a:xfrm>
            <a:off x="3365695" y="3735643"/>
            <a:ext cx="2400300" cy="607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body" idx="7"/>
          </p:nvPr>
        </p:nvSpPr>
        <p:spPr>
          <a:xfrm>
            <a:off x="5889426" y="3303446"/>
            <a:ext cx="2393056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None/>
              <a:defRPr sz="1350" b="1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 b="1"/>
            </a:lvl9pPr>
          </a:lstStyle>
          <a:p>
            <a:endParaRPr/>
          </a:p>
        </p:txBody>
      </p:sp>
      <p:sp>
        <p:nvSpPr>
          <p:cNvPr id="213" name="Google Shape;213;p16"/>
          <p:cNvSpPr>
            <a:spLocks noGrp="1"/>
          </p:cNvSpPr>
          <p:nvPr>
            <p:ph type="pic" idx="8"/>
          </p:nvPr>
        </p:nvSpPr>
        <p:spPr>
          <a:xfrm>
            <a:off x="5889332" y="2000249"/>
            <a:ext cx="2396227" cy="1143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FAFAFA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214" name="Google Shape;214;p16"/>
          <p:cNvSpPr txBox="1">
            <a:spLocks noGrp="1"/>
          </p:cNvSpPr>
          <p:nvPr>
            <p:ph type="body" idx="9"/>
          </p:nvPr>
        </p:nvSpPr>
        <p:spPr>
          <a:xfrm>
            <a:off x="5889332" y="3735641"/>
            <a:ext cx="2396226" cy="607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13"/>
              <a:buNone/>
              <a:defRPr sz="1050"/>
            </a:lvl1pPr>
            <a:lvl2pPr marL="914400" lvl="1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2pPr>
            <a:lvl3pPr marL="1371600" lvl="2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38"/>
              <a:buNone/>
              <a:defRPr sz="750"/>
            </a:lvl3pPr>
            <a:lvl4pPr marL="1828800" lvl="3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4pPr>
            <a:lvl5pPr marL="2286000" lvl="4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5pPr>
            <a:lvl6pPr marL="2743200" lvl="5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6pPr>
            <a:lvl7pPr marL="3200400" lvl="6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7pPr>
            <a:lvl8pPr marL="3657600" lvl="7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8pPr>
            <a:lvl9pPr marL="4114800" lvl="8" indent="-228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844"/>
              <a:buNone/>
              <a:defRPr sz="675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body" idx="1"/>
          </p:nvPr>
        </p:nvSpPr>
        <p:spPr>
          <a:xfrm rot="5400000">
            <a:off x="3242667" y="-699492"/>
            <a:ext cx="2656286" cy="742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17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7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7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>
            <a:spLocks noGrp="1"/>
          </p:cNvSpPr>
          <p:nvPr>
            <p:ph type="title"/>
          </p:nvPr>
        </p:nvSpPr>
        <p:spPr>
          <a:xfrm rot="5400000">
            <a:off x="5590580" y="1648422"/>
            <a:ext cx="3886201" cy="150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8"/>
          <p:cNvSpPr txBox="1">
            <a:spLocks noGrp="1"/>
          </p:cNvSpPr>
          <p:nvPr>
            <p:ph type="body" idx="1"/>
          </p:nvPr>
        </p:nvSpPr>
        <p:spPr>
          <a:xfrm rot="5400000">
            <a:off x="1818678" y="-505421"/>
            <a:ext cx="3886201" cy="5811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8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\\DROBO-FS\QuickDrops\JB\PPTX NG\Droplets\LightingOverlay.png"/>
          <p:cNvPicPr preferRelativeResize="0"/>
          <p:nvPr/>
        </p:nvPicPr>
        <p:blipFill rotWithShape="1">
          <a:blip r:embed="rId20">
            <a:alphaModFix amt="30000"/>
          </a:blip>
          <a:srcRect/>
          <a:stretch/>
        </p:blipFill>
        <p:spPr>
          <a:xfrm>
            <a:off x="1" y="-1"/>
            <a:ext cx="9144002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8" name="Google Shape;8;p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1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" name="Google Shape;10;p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1" name="Google Shape;11;p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141" extrusionOk="0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" name="Google Shape;13;p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901" extrusionOk="0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75" extrusionOk="0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l" t="t" r="r" b="b"/>
                <a:pathLst>
                  <a:path w="266" h="332" extrusionOk="0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9" name="Google Shape;19;p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31" extrusionOk="0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20" name="Google Shape;20;p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21" name="Google Shape;21;p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8" h="80" extrusionOk="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l" t="t" r="r" b="b"/>
                <a:pathLst>
                  <a:path w="93" h="303" extrusionOk="0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0" h="300" extrusionOk="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3" extrusionOk="0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135" extrusionOk="0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l" t="t" r="r" b="b"/>
                <a:pathLst>
                  <a:path w="54" h="766" extrusionOk="0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l" t="t" r="r" b="b"/>
                <a:pathLst>
                  <a:path w="236" h="898" extrusionOk="0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75" extrusionOk="0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26" extrusionOk="0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33" h="31" extrusionOk="0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36" name="Google Shape;36;p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23" extrusionOk="0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32" extrusionOk="0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l" t="t" r="r" b="b"/>
                <a:pathLst>
                  <a:path w="188" h="727" extrusionOk="0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3" h="33" extrusionOk="0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l" t="t" r="r" b="b"/>
                <a:pathLst>
                  <a:path w="192" h="973" extrusionOk="0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135" extrusionOk="0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7C7C7C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47" name="Google Shape;47;p1"/>
          <p:cNvSpPr txBox="1"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wentieth Century"/>
              <a:buNone/>
              <a:defRPr sz="27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1"/>
          <p:cNvSpPr txBox="1"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1475" algn="l" rtl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7663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75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5756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88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23850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23850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1194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1194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1194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11944" algn="l" rtl="0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13"/>
              <a:buFont typeface="Arial"/>
              <a:buChar char="•"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49" name="Google Shape;49;p1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788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0" name="Google Shape;50;p1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88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1" name="Google Shape;51;p1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 b="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 b="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 b="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 b="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 b="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 b="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 b="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 b="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88"/>
              <a:buFont typeface="Twentieth Century"/>
              <a:buNone/>
              <a:defRPr sz="788" b="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9"/>
          <p:cNvGrpSpPr/>
          <p:nvPr/>
        </p:nvGrpSpPr>
        <p:grpSpPr>
          <a:xfrm>
            <a:off x="1540605" y="150007"/>
            <a:ext cx="6679812" cy="1197866"/>
            <a:chOff x="2139034" y="183519"/>
            <a:chExt cx="6679812" cy="1197866"/>
          </a:xfrm>
        </p:grpSpPr>
        <p:sp>
          <p:nvSpPr>
            <p:cNvPr id="235" name="Google Shape;235;p19"/>
            <p:cNvSpPr txBox="1"/>
            <p:nvPr/>
          </p:nvSpPr>
          <p:spPr>
            <a:xfrm>
              <a:off x="2139034" y="183519"/>
              <a:ext cx="6679812" cy="40011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AMPLIFIKASI KONTEN PADA PLATFORM MEDIA SOSIAL</a:t>
              </a:r>
              <a:endParaRPr/>
            </a:p>
          </p:txBody>
        </p:sp>
        <p:sp>
          <p:nvSpPr>
            <p:cNvPr id="236" name="Google Shape;236;p19"/>
            <p:cNvSpPr txBox="1"/>
            <p:nvPr/>
          </p:nvSpPr>
          <p:spPr>
            <a:xfrm>
              <a:off x="3132620" y="583629"/>
              <a:ext cx="457200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ctr">
                <a:buClr>
                  <a:schemeClr val="dk1"/>
                </a:buClr>
              </a:pPr>
              <a:r>
                <a:rPr lang="en-US" sz="1200">
                  <a:solidFill>
                    <a:schemeClr val="bg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Merpati-14 (Periode (</a:t>
              </a:r>
              <a:r>
                <a:rPr lang="en-US" sz="1200">
                  <a:solidFill>
                    <a:schemeClr val="bg1"/>
                  </a:solidFill>
                  <a:latin typeface="Twentieth Century"/>
                </a:rPr>
                <a:t>{{tanggal}}</a:t>
              </a:r>
              <a:r>
                <a:rPr lang="en-US" sz="1200" i="1">
                  <a:solidFill>
                    <a:schemeClr val="bg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)</a:t>
              </a:r>
              <a:endParaRPr lang="en-US" sz="1200">
                <a:solidFill>
                  <a:schemeClr val="bg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37" name="Google Shape;237;p19"/>
            <p:cNvSpPr txBox="1"/>
            <p:nvPr/>
          </p:nvSpPr>
          <p:spPr>
            <a:xfrm>
              <a:off x="2790618" y="981275"/>
              <a:ext cx="1585622" cy="40011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Facebook</a:t>
              </a:r>
              <a:endParaRPr/>
            </a:p>
          </p:txBody>
        </p:sp>
        <p:sp>
          <p:nvSpPr>
            <p:cNvPr id="238" name="Google Shape;238;p19"/>
            <p:cNvSpPr txBox="1"/>
            <p:nvPr/>
          </p:nvSpPr>
          <p:spPr>
            <a:xfrm>
              <a:off x="6323734" y="981275"/>
              <a:ext cx="1585622" cy="40011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Instagram</a:t>
              </a:r>
              <a:endParaRPr/>
            </a:p>
          </p:txBody>
        </p:sp>
      </p:grpSp>
      <p:pic>
        <p:nvPicPr>
          <p:cNvPr id="239" name="Google Shape;239;p19"/>
          <p:cNvPicPr preferRelativeResize="0"/>
          <p:nvPr/>
        </p:nvPicPr>
        <p:blipFill>
          <a:blip r:embed="rId3"/>
          <a:srcRect/>
          <a:stretch/>
        </p:blipFill>
        <p:spPr>
          <a:xfrm>
            <a:off x="1896275" y="1542615"/>
            <a:ext cx="2179524" cy="2866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9"/>
          <p:cNvPicPr preferRelativeResize="0"/>
          <p:nvPr/>
        </p:nvPicPr>
        <p:blipFill>
          <a:blip r:embed="rId4"/>
          <a:srcRect/>
          <a:stretch/>
        </p:blipFill>
        <p:spPr>
          <a:xfrm>
            <a:off x="5502925" y="1542615"/>
            <a:ext cx="2179524" cy="2936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20"/>
          <p:cNvGrpSpPr/>
          <p:nvPr/>
        </p:nvGrpSpPr>
        <p:grpSpPr>
          <a:xfrm>
            <a:off x="2224378" y="207903"/>
            <a:ext cx="6679812" cy="1197866"/>
            <a:chOff x="2224378" y="207903"/>
            <a:chExt cx="6679812" cy="1197866"/>
          </a:xfrm>
        </p:grpSpPr>
        <p:grpSp>
          <p:nvGrpSpPr>
            <p:cNvPr id="246" name="Google Shape;246;p20"/>
            <p:cNvGrpSpPr/>
            <p:nvPr/>
          </p:nvGrpSpPr>
          <p:grpSpPr>
            <a:xfrm>
              <a:off x="2224378" y="207903"/>
              <a:ext cx="6679812" cy="1197866"/>
              <a:chOff x="2224378" y="207903"/>
              <a:chExt cx="6679812" cy="1197866"/>
            </a:xfrm>
          </p:grpSpPr>
          <p:sp>
            <p:nvSpPr>
              <p:cNvPr id="247" name="Google Shape;247;p20"/>
              <p:cNvSpPr txBox="1"/>
              <p:nvPr/>
            </p:nvSpPr>
            <p:spPr>
              <a:xfrm>
                <a:off x="2875962" y="1005659"/>
                <a:ext cx="1585622" cy="400110"/>
              </a:xfrm>
              <a:prstGeom prst="rect">
                <a:avLst/>
              </a:prstGeom>
              <a:solidFill>
                <a:srgbClr val="4F81B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solidFill>
                      <a:schemeClr val="dk1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rPr>
                  <a:t>X</a:t>
                </a:r>
                <a:endParaRPr/>
              </a:p>
            </p:txBody>
          </p:sp>
          <p:sp>
            <p:nvSpPr>
              <p:cNvPr id="248" name="Google Shape;248;p20"/>
              <p:cNvSpPr txBox="1"/>
              <p:nvPr/>
            </p:nvSpPr>
            <p:spPr>
              <a:xfrm>
                <a:off x="6409078" y="1005659"/>
                <a:ext cx="1585622" cy="400110"/>
              </a:xfrm>
              <a:prstGeom prst="rect">
                <a:avLst/>
              </a:prstGeom>
              <a:solidFill>
                <a:srgbClr val="4F81B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solidFill>
                      <a:schemeClr val="dk1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rPr>
                  <a:t>Tiktok</a:t>
                </a:r>
                <a:endParaRPr sz="2000" b="1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9" name="Google Shape;249;p20"/>
              <p:cNvSpPr txBox="1"/>
              <p:nvPr/>
            </p:nvSpPr>
            <p:spPr>
              <a:xfrm>
                <a:off x="2224378" y="207903"/>
                <a:ext cx="6679812" cy="400110"/>
              </a:xfrm>
              <a:prstGeom prst="rect">
                <a:avLst/>
              </a:prstGeom>
              <a:solidFill>
                <a:srgbClr val="4F81B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solidFill>
                      <a:schemeClr val="dk1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rPr>
                  <a:t>AMPLIFIKASI KONTEN PADA PLATFORM MEDIA SOSIAL</a:t>
                </a:r>
                <a:endParaRPr/>
              </a:p>
            </p:txBody>
          </p:sp>
        </p:grpSp>
        <p:sp>
          <p:nvSpPr>
            <p:cNvPr id="250" name="Google Shape;250;p20"/>
            <p:cNvSpPr txBox="1"/>
            <p:nvPr/>
          </p:nvSpPr>
          <p:spPr>
            <a:xfrm>
              <a:off x="3132620" y="583629"/>
              <a:ext cx="4572000" cy="492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ctr">
                <a:buClr>
                  <a:schemeClr val="dk1"/>
                </a:buClr>
              </a:pPr>
              <a:r>
                <a:rPr lang="en-US" sz="1200">
                  <a:solidFill>
                    <a:schemeClr val="bg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Merpati-14 (Periode (</a:t>
              </a:r>
              <a:r>
                <a:rPr lang="en-US">
                  <a:solidFill>
                    <a:schemeClr val="bg1"/>
                  </a:solidFill>
                  <a:latin typeface="Twentieth Century"/>
                </a:rPr>
                <a:t>{{tanggal}}</a:t>
              </a:r>
              <a:r>
                <a:rPr lang="en-US" sz="1200" i="1">
                  <a:solidFill>
                    <a:schemeClr val="bg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)</a:t>
              </a:r>
              <a:endParaRPr sz="1200">
                <a:solidFill>
                  <a:schemeClr val="bg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pic>
        <p:nvPicPr>
          <p:cNvPr id="251" name="Google Shape;251;p20"/>
          <p:cNvPicPr preferRelativeResize="0"/>
          <p:nvPr/>
        </p:nvPicPr>
        <p:blipFill>
          <a:blip r:embed="rId3"/>
          <a:srcRect/>
          <a:stretch/>
        </p:blipFill>
        <p:spPr>
          <a:xfrm>
            <a:off x="2479323" y="1524450"/>
            <a:ext cx="2180801" cy="346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0"/>
          <p:cNvPicPr preferRelativeResize="0"/>
          <p:nvPr/>
        </p:nvPicPr>
        <p:blipFill>
          <a:blip r:embed="rId4"/>
          <a:srcRect/>
          <a:stretch/>
        </p:blipFill>
        <p:spPr>
          <a:xfrm>
            <a:off x="6172200" y="1524451"/>
            <a:ext cx="2180801" cy="3411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21"/>
          <p:cNvGrpSpPr/>
          <p:nvPr/>
        </p:nvGrpSpPr>
        <p:grpSpPr>
          <a:xfrm>
            <a:off x="2102458" y="189615"/>
            <a:ext cx="6679812" cy="1197866"/>
            <a:chOff x="2102458" y="189615"/>
            <a:chExt cx="6679812" cy="1197866"/>
          </a:xfrm>
        </p:grpSpPr>
        <p:grpSp>
          <p:nvGrpSpPr>
            <p:cNvPr id="258" name="Google Shape;258;p21"/>
            <p:cNvGrpSpPr/>
            <p:nvPr/>
          </p:nvGrpSpPr>
          <p:grpSpPr>
            <a:xfrm>
              <a:off x="2102458" y="189615"/>
              <a:ext cx="6679812" cy="1197866"/>
              <a:chOff x="450442" y="201807"/>
              <a:chExt cx="6679812" cy="1197866"/>
            </a:xfrm>
          </p:grpSpPr>
          <p:sp>
            <p:nvSpPr>
              <p:cNvPr id="259" name="Google Shape;259;p21"/>
              <p:cNvSpPr txBox="1"/>
              <p:nvPr/>
            </p:nvSpPr>
            <p:spPr>
              <a:xfrm>
                <a:off x="450442" y="201807"/>
                <a:ext cx="6679812" cy="400110"/>
              </a:xfrm>
              <a:prstGeom prst="rect">
                <a:avLst/>
              </a:prstGeom>
              <a:solidFill>
                <a:srgbClr val="4F81B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solidFill>
                      <a:schemeClr val="dk1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rPr>
                  <a:t>AMPLIFIKASI KONTEN PADA PLATFORM MEDIA SOSIAL</a:t>
                </a:r>
                <a:endParaRPr/>
              </a:p>
            </p:txBody>
          </p:sp>
          <p:sp>
            <p:nvSpPr>
              <p:cNvPr id="260" name="Google Shape;260;p21"/>
              <p:cNvSpPr txBox="1"/>
              <p:nvPr/>
            </p:nvSpPr>
            <p:spPr>
              <a:xfrm>
                <a:off x="1102026" y="999563"/>
                <a:ext cx="1585622" cy="400110"/>
              </a:xfrm>
              <a:prstGeom prst="rect">
                <a:avLst/>
              </a:prstGeom>
              <a:solidFill>
                <a:srgbClr val="4F81B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solidFill>
                      <a:schemeClr val="dk1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rPr>
                  <a:t>Youtube</a:t>
                </a:r>
                <a:endParaRPr sz="2000" b="1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1" name="Google Shape;261;p21"/>
              <p:cNvSpPr txBox="1"/>
              <p:nvPr/>
            </p:nvSpPr>
            <p:spPr>
              <a:xfrm>
                <a:off x="4635142" y="999563"/>
                <a:ext cx="1585622" cy="369332"/>
              </a:xfrm>
              <a:prstGeom prst="rect">
                <a:avLst/>
              </a:prstGeom>
              <a:solidFill>
                <a:srgbClr val="4F81B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>
                    <a:solidFill>
                      <a:schemeClr val="dk1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rPr>
                  <a:t>SnackVideo</a:t>
                </a:r>
                <a:endParaRPr sz="1800" b="1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sp>
          <p:nvSpPr>
            <p:cNvPr id="262" name="Google Shape;262;p21"/>
            <p:cNvSpPr txBox="1"/>
            <p:nvPr/>
          </p:nvSpPr>
          <p:spPr>
            <a:xfrm>
              <a:off x="3132620" y="583629"/>
              <a:ext cx="457200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ctr">
                <a:buClr>
                  <a:schemeClr val="dk1"/>
                </a:buClr>
              </a:pPr>
              <a:r>
                <a:rPr lang="en-US" sz="1200">
                  <a:solidFill>
                    <a:schemeClr val="bg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Merpati-14 (Periode (</a:t>
              </a:r>
              <a:r>
                <a:rPr lang="en-US" sz="1200">
                  <a:solidFill>
                    <a:schemeClr val="bg1"/>
                  </a:solidFill>
                  <a:latin typeface="Twentieth Century"/>
                </a:rPr>
                <a:t>{{tanggal}}</a:t>
              </a:r>
              <a:r>
                <a:rPr lang="en-US" sz="1200" i="1">
                  <a:solidFill>
                    <a:schemeClr val="bg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)</a:t>
              </a:r>
              <a:endParaRPr lang="en-US" sz="1200">
                <a:solidFill>
                  <a:schemeClr val="bg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pic>
        <p:nvPicPr>
          <p:cNvPr id="263" name="Google Shape;263;p21"/>
          <p:cNvPicPr preferRelativeResize="0"/>
          <p:nvPr/>
        </p:nvPicPr>
        <p:blipFill>
          <a:blip r:embed="rId3"/>
          <a:srcRect/>
          <a:stretch/>
        </p:blipFill>
        <p:spPr>
          <a:xfrm>
            <a:off x="2425050" y="1635100"/>
            <a:ext cx="2146949" cy="319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/>
          <p:cNvPicPr preferRelativeResize="0"/>
          <p:nvPr/>
        </p:nvPicPr>
        <p:blipFill>
          <a:blip r:embed="rId4"/>
          <a:srcRect/>
          <a:stretch/>
        </p:blipFill>
        <p:spPr>
          <a:xfrm>
            <a:off x="6233276" y="1635100"/>
            <a:ext cx="1856721" cy="319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Circuit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42</Words>
  <Application>Microsoft Office PowerPoint</Application>
  <PresentationFormat>On-screen Show (16:9)</PresentationFormat>
  <Paragraphs>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Twentieth Century</vt:lpstr>
      <vt:lpstr>Circuit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sjp</cp:lastModifiedBy>
  <cp:revision>7</cp:revision>
  <dcterms:modified xsi:type="dcterms:W3CDTF">2026-04-09T11:11:28Z</dcterms:modified>
</cp:coreProperties>
</file>